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679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STANFORD GSB · MSx WORKSHOP — JUNE 3,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 team of AI agents.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chat.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one-line idea to finished work — a team of agents on a single source of truth.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052560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619488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186416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753344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Torres — Memori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github.com/FernandoTN/founder-site-starter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— 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Leverage isn't a better prompt.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better orchestration.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giant chat does everything in one place — and gets slower and worse as it fills. A team of focused agents, run off a shared plan, does more at once and does it better.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0" y="2286000"/>
            <a:ext cx="2194560" cy="3108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CHAT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29400" y="2834640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29400" y="3218688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29400" y="3602736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29400" y="3986784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29400" y="4370832"/>
            <a:ext cx="1737360" cy="256032"/>
          </a:xfrm>
          <a:prstGeom prst="rect">
            <a:avLst/>
          </a:prstGeom>
          <a:solidFill>
            <a:srgbClr val="F7E9E4"/>
          </a:solidFill>
          <a:ln w="12700">
            <a:solidFill>
              <a:srgbClr val="C04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629400" y="4754880"/>
            <a:ext cx="1737360" cy="256032"/>
          </a:xfrm>
          <a:prstGeom prst="rect">
            <a:avLst/>
          </a:prstGeom>
          <a:solidFill>
            <a:srgbClr val="F7E9E4"/>
          </a:solidFill>
          <a:ln w="12700">
            <a:solidFill>
              <a:srgbClr val="C04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0" y="5074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04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piled 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325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418320" y="228600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1832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418320" y="310896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41832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18320" y="3675888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41832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418320" y="4242816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418320" y="42428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18320" y="4809744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418320" y="48097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1832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focused, in parallel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— WHAT YOU'LL WATCH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next ~50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spec, in minutes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43400" y="2240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343400" y="3291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343400" y="37033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build, in parallel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1031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38160" y="2240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8138160" y="3291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138160" y="37033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driven to done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method works for anything — </a:t>
            </a:r>
            <a:r>
              <a:rPr lang="en-US" sz="18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memo, a market model, a campaign — not just code.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— THE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AI like a team — five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79222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1579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“company” believes lives in versioned docs.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263347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ledger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29992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TODO.md tracks every task: Now → In Progress → Next → Done.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511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focused session per task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3840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gets exactly the context it needs — nothing more.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52544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352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71600" y="431596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vs. sequential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71600" y="46817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the independent work; sequence what truly depends.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515721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from one screen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371600" y="552297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every running agent live with claude agents.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— THE LEDGER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TODO.md is the spine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T-0001 First task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FEAFF"/>
          </a:solidFill>
          <a:ln w="12700">
            <a:solidFill>
              <a:srgbClr val="EFEAF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4728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T-0005 Build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579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3620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T-0007 Integration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26480" y="3182112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36208" y="318211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T-0008 Polish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26480" y="389534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36208" y="38953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T-0009 Docs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9154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1540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91540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2512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T-0002 Research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915400" y="3182112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025128" y="318211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T-0003 Spec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915400" y="389534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025128" y="38953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T-0004 Todo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tracks everything — </a:t>
            </a:r>
            <a:r>
              <a:rPr lang="en-US" sz="1600" b="1" dirty="0">
                <a:solidFill>
                  <a:srgbClr val="B57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what you choose to defer (NEXT).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— PARALLEL VS. SEQUENTIAL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 that does the 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" y="2496312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3118104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" y="3739896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×3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91840" y="3108960"/>
            <a:ext cx="155448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21208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Items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12080" y="3108960"/>
            <a:ext cx="155448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1208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808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452360" y="2368296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52360" y="2898648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452360" y="342900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452360" y="395935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5236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×4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73836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738360" y="3108960"/>
            <a:ext cx="155448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73836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where independent</a:t>
            </a:r>
            <a:r>
              <a:rPr lang="en-US" sz="17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sequential where one step needs the last one's output.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— FOUR SURFACES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run agents at once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workers inside one session — own context, return a summary.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46520" y="2103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agents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46520" y="252374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full sessions running at once; watch them all on one board.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32461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agents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4114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22960" y="453542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that message each other and share a task list. (Experimental.)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5257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mode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72200" y="393192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46520" y="4114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446520" y="453542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checkouts so parallel writers never collide.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-w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—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is the whole game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476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giant chat — everything piled in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F0EEF6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7991856" cy="457200"/>
          </a:xfrm>
          <a:prstGeom prst="roundRect">
            <a:avLst>
              <a:gd name="adj" fmla="val 12000"/>
            </a:avLst>
          </a:prstGeom>
          <a:solidFill>
            <a:srgbClr val="C0492E"/>
          </a:solidFill>
          <a:ln w="12700">
            <a:solidFill>
              <a:srgbClr val="C04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6404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04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· costly · worse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3192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session — only what this step needs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F0EEF6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2432304" cy="457200"/>
          </a:xfrm>
          <a:prstGeom prst="roundRect">
            <a:avLst>
              <a:gd name="adj" fmla="val 12000"/>
            </a:avLst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6404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· cheap · better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right context at the right step. </a:t>
            </a:r>
            <a:r>
              <a:rPr lang="en-US" sz="17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lean session isn't just cheaper — it produces better work, because the model isn't wading through clutter every turn.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— PICK YOUR COCKPIT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method, different cockpit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611880" cy="640080"/>
          </a:xfrm>
          <a:prstGeom prst="rect">
            <a:avLst/>
          </a:prstGeom>
          <a:solidFill>
            <a:srgbClr val="EFE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app · Cowork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setup, approachable. A fresh chat per task gets you most of the way.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25112" y="201168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25112" y="2011680"/>
            <a:ext cx="3611880" cy="640080"/>
          </a:xfrm>
          <a:prstGeom prst="rect">
            <a:avLst/>
          </a:prstGeom>
          <a:solidFill>
            <a:srgbClr val="EFE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07992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2880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capable agent CLI. The principles port directly.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01584" y="201168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101584" y="2011680"/>
            <a:ext cx="3611880" cy="640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84464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(terminal)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30184" y="2880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dials: status line, custom commands, parallel agents, worktrees.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what fits you — don't let setup be the reason you never start.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— TO THE TERMINAL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command kicks it off:  /orchestrate T-0001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3657600"/>
            <a:ext cx="10149840" cy="0"/>
          </a:xfrm>
          <a:prstGeom prst="line">
            <a:avLst/>
          </a:prstGeom>
          <a:noFill/>
          <a:ln w="25400">
            <a:solidFill>
              <a:srgbClr val="4A2F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3355848"/>
            <a:ext cx="603504" cy="603504"/>
          </a:xfrm>
          <a:prstGeom prst="ellipse">
            <a:avLst/>
          </a:prstGeom>
          <a:solidFill>
            <a:srgbClr val="5B3DF5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34056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34056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21408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121408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64024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64024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151376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51376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93992" y="3355848"/>
            <a:ext cx="603504" cy="603504"/>
          </a:xfrm>
          <a:prstGeom prst="ellipse">
            <a:avLst/>
          </a:prstGeom>
          <a:solidFill>
            <a:srgbClr val="5B3DF5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793992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81344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81344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23960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823960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11312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11312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853928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853928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24128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24128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ledger move. Watch the agents work. The terminal is the show now.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moves you can steal on Monday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80160" y="2057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truth in docs — one source everything traces to.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8072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280720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ledger — Now / In Progress / Next / Done.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80160" y="3557016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task, one focused context.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306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280160" y="430682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Parallelize the independent; sequence the dependent.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0566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80160" y="50566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NOT to automate.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about code. It's about how you direct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— TAKE IT HOME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Clone it. Point it at any project.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2468880" cy="2468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83280" y="2468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566160" y="2468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github.com/FernandoTN/founder-site-starter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3383280" y="3383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Inside: </a:t>
            </a:r>
            <a:r>
              <a:rPr lang="en-US" sz="16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/orchestrate skill chain, the TODO.md ledger, and a docs + core-context scaffold — a reusable boilerplate you point at any project, code or not.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terminal? </a:t>
            </a: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Claude app — a fresh chat per task.    </a:t>
            </a:r>
            <a:r>
              <a:rPr lang="en-US" sz="15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in one? </a:t>
            </a: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in Claude Code.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15568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682496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49424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then go point it at </a:t>
            </a:r>
            <a:r>
              <a:rPr lang="en-US" sz="22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project.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</a:t>
            </a: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Torres —,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github.com/FernandoTN/founder-site-starter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930</Words>
  <Application>Microsoft Macintosh PowerPoint</Application>
  <PresentationFormat>Widescreen</PresentationFormat>
  <Paragraphs>185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 a team of AI agents — Stanford workshop</dc:title>
  <dc:subject>PptxGenJS Presentation</dc:subject>
  <dc:creator>Fernando Torres</dc:creator>
  <cp:lastModifiedBy>Fernando Torres Navarrete</cp:lastModifiedBy>
  <cp:revision>2</cp:revision>
  <dcterms:created xsi:type="dcterms:W3CDTF">2026-06-03T04:48:50Z</dcterms:created>
  <dcterms:modified xsi:type="dcterms:W3CDTF">2026-06-03T04:52:33Z</dcterms:modified>
</cp:coreProperties>
</file>